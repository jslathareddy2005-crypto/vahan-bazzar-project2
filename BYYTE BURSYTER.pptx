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8" r:id="rId1"/>
  </p:sldMasterIdLst>
  <p:sldIdLst>
    <p:sldId id="266" r:id="rId2"/>
    <p:sldId id="265" r:id="rId3"/>
    <p:sldId id="258" r:id="rId4"/>
    <p:sldId id="259" r:id="rId5"/>
    <p:sldId id="260" r:id="rId6"/>
    <p:sldId id="261" r:id="rId7"/>
    <p:sldId id="262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FA940-FE2D-471C-BBBA-DA36B3E52E54}" v="70" dt="2025-09-26T05:10:09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6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19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02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58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2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5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99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05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1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69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0716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088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2423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210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727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44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88243-5284-43C8-8A86-9601E47DDAC5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B8FD4B7-1813-40AA-9A1A-5F7B52B87C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19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0" r:id="rId2"/>
    <p:sldLayoutId id="2147484111" r:id="rId3"/>
    <p:sldLayoutId id="2147484112" r:id="rId4"/>
    <p:sldLayoutId id="2147484113" r:id="rId5"/>
    <p:sldLayoutId id="2147484114" r:id="rId6"/>
    <p:sldLayoutId id="2147484115" r:id="rId7"/>
    <p:sldLayoutId id="2147484116" r:id="rId8"/>
    <p:sldLayoutId id="2147484117" r:id="rId9"/>
    <p:sldLayoutId id="2147484118" r:id="rId10"/>
    <p:sldLayoutId id="2147484119" r:id="rId11"/>
    <p:sldLayoutId id="2147484120" r:id="rId12"/>
    <p:sldLayoutId id="2147484121" r:id="rId13"/>
    <p:sldLayoutId id="2147484122" r:id="rId14"/>
    <p:sldLayoutId id="2147484123" r:id="rId15"/>
    <p:sldLayoutId id="21474841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83F63-3D95-36C6-C5AC-7FD67FDCA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254"/>
            <a:ext cx="12192000" cy="7621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EF401-BD31-476E-9BAF-F635B69BEF66}"/>
              </a:ext>
            </a:extLst>
          </p:cNvPr>
          <p:cNvSpPr txBox="1"/>
          <p:nvPr/>
        </p:nvSpPr>
        <p:spPr>
          <a:xfrm>
            <a:off x="7559040" y="648866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 BUSTERS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90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3B7B-1DB8-42E0-F7C6-565D89D9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AF10-E3BC-3DC0-7636-BF71B9E1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Algerian" panose="04020705040A02060702" pitchFamily="82" charset="0"/>
              </a:rPr>
              <a:t>TEAM MEMBERS</a:t>
            </a:r>
            <a:endParaRPr lang="en-IN" sz="60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E3602-D1F3-D069-5ABB-2C495477E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1.J.snehalathareddy</a:t>
            </a:r>
          </a:p>
          <a:p>
            <a:pPr marL="0" indent="0">
              <a:buNone/>
            </a:pPr>
            <a:r>
              <a:rPr lang="en-IN" dirty="0"/>
              <a:t>                2.y.Lakshmi sandhya</a:t>
            </a:r>
          </a:p>
          <a:p>
            <a:pPr marL="0" indent="0">
              <a:buNone/>
            </a:pPr>
            <a:r>
              <a:rPr lang="en-IN" dirty="0"/>
              <a:t>                3.B.pujitha</a:t>
            </a:r>
          </a:p>
          <a:p>
            <a:pPr marL="0" indent="0">
              <a:buNone/>
            </a:pPr>
            <a:r>
              <a:rPr lang="en-IN" dirty="0"/>
              <a:t>                4.D.Maheswari</a:t>
            </a:r>
          </a:p>
          <a:p>
            <a:pPr marL="0" indent="0">
              <a:buNone/>
            </a:pPr>
            <a:r>
              <a:rPr lang="en-IN" dirty="0"/>
              <a:t>                5.P.Sumithra devi</a:t>
            </a:r>
          </a:p>
        </p:txBody>
      </p:sp>
    </p:spTree>
    <p:extLst>
      <p:ext uri="{BB962C8B-B14F-4D97-AF65-F5344CB8AC3E}">
        <p14:creationId xmlns:p14="http://schemas.microsoft.com/office/powerpoint/2010/main" val="201072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87D1-4577-6E04-E624-E84CE194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365125"/>
            <a:ext cx="1074928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Algerian" panose="04020705040A02060702" pitchFamily="82" charset="0"/>
              </a:rPr>
              <a:t>Project is the create a chatboard in VAHAN BAZZAR</a:t>
            </a:r>
            <a:endParaRPr lang="en-IN" sz="36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20136-65C0-A113-138F-F6D634DEC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1513840"/>
            <a:ext cx="10515600" cy="48228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the “VAHAN BAZZAR”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It is business is wholesale and retail trade and repair         of motor vechicles and motorcycles.</a:t>
            </a:r>
          </a:p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Specifically the deal in new vechiles as well as other kinds.</a:t>
            </a:r>
          </a:p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Vahan Bazzar  literally means vechicle market.</a:t>
            </a:r>
          </a:p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It ia also a online vechicle market.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60911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A619-4488-61C5-E1FA-A5D3D424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What is chatboard and uses of chatboard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2CF93-16BB-D3AF-F4D6-F2652FA1E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is most likely  means you want to create a chatbot(chatbot means an AI helper) for the vahan bazzar project.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Chatbot is a automated assistant AI that talks with users.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Chatboard is a online discussion forum users talk to each other</a:t>
            </a:r>
            <a:r>
              <a:rPr lang="en-US" sz="4000" dirty="0">
                <a:solidFill>
                  <a:srgbClr val="00B050"/>
                </a:solidFill>
              </a:rPr>
              <a:t>.</a:t>
            </a:r>
            <a:endParaRPr lang="en-IN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67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8A0F-B5E1-4677-5383-5CDFFB42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4159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lgerian" panose="04020705040A02060702" pitchFamily="82" charset="0"/>
              </a:rPr>
              <a:t>Where will people use it</a:t>
            </a:r>
            <a:endParaRPr lang="en-IN" sz="48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0437A-96D7-6D14-7153-600975A61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Website chatbot =&gt; for vahan bazzar website.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Mobile App chatbot =&gt; if you’re making an app.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79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9FB-2538-8D94-63A5-18BA4F70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lgerian" panose="04020705040A02060702" pitchFamily="82" charset="0"/>
              </a:rPr>
              <a:t>Technologies</a:t>
            </a: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IN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4DB6-4212-6CD4-CF1D-6DC2FB941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 Development(more control)</a:t>
            </a:r>
          </a:p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Backend : Python (flask/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FastAp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or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nodejs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AI/NLP :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OpenApI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Apl,RASA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or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Dialogflow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 : </a:t>
            </a:r>
            <a:r>
              <a:rPr lang="en-US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Mysql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/ MongoDB (to store vechicle data)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81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9BE-1D56-802E-701B-4DE8CE53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Smart Features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1CDCC-6D27-D2E7-8EA1-3058AF211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657600" lvl="8" indent="0">
              <a:buNone/>
            </a:pPr>
            <a:endParaRPr lang="en-US" sz="4000" dirty="0"/>
          </a:p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Search &amp; Filter : By budget, brand,fuel type. </a:t>
            </a:r>
          </a:p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Booking : Test drives or appointments.</a:t>
            </a:r>
          </a:p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Lead Capture : save user info for sales team.</a:t>
            </a:r>
          </a:p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Multi-Language : Engilsh + Hindi/ Telugu ,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</a:rPr>
              <a:t>etc</a:t>
            </a:r>
            <a:endParaRPr lang="en-US" sz="4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61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4B4E-1416-616D-2C20-B90861FB0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624110"/>
            <a:ext cx="9828212" cy="128089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Key challenges</a:t>
            </a:r>
            <a:endParaRPr lang="en-IN" sz="40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3AE8B-8982-FAAF-61B3-8A5EF66AE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9132" y="1540189"/>
            <a:ext cx="8915400" cy="3777622"/>
          </a:xfrm>
        </p:spPr>
        <p:txBody>
          <a:bodyPr>
            <a:noAutofit/>
          </a:bodyPr>
          <a:lstStyle/>
          <a:p>
            <a:r>
              <a:rPr lang="en-US" sz="3600" dirty="0"/>
              <a:t>User intent </a:t>
            </a:r>
            <a:r>
              <a:rPr lang="en-US" sz="3600" dirty="0" err="1"/>
              <a:t>understading</a:t>
            </a:r>
            <a:r>
              <a:rPr lang="en-US" sz="3600" dirty="0"/>
              <a:t> : Buyers and sellers may ask  question in different ways(</a:t>
            </a:r>
            <a:r>
              <a:rPr lang="en-US" sz="3600" dirty="0" err="1"/>
              <a:t>eg</a:t>
            </a:r>
            <a:r>
              <a:rPr lang="en-US" sz="3600" dirty="0"/>
              <a:t>: show me bike in under 80,0000)</a:t>
            </a:r>
          </a:p>
          <a:p>
            <a:r>
              <a:rPr lang="en-US" sz="3600" dirty="0" err="1"/>
              <a:t>Vechile</a:t>
            </a:r>
            <a:r>
              <a:rPr lang="en-US" sz="3600" dirty="0"/>
              <a:t> data integration : </a:t>
            </a:r>
            <a:r>
              <a:rPr lang="en-US" sz="3600" dirty="0" err="1"/>
              <a:t>chatboard</a:t>
            </a:r>
            <a:r>
              <a:rPr lang="en-US" sz="3600" dirty="0"/>
              <a:t> needs a real time </a:t>
            </a:r>
            <a:r>
              <a:rPr lang="en-US" sz="3600" dirty="0" err="1"/>
              <a:t>acess</a:t>
            </a:r>
            <a:r>
              <a:rPr lang="en-US" sz="3600" dirty="0"/>
              <a:t> to listing(</a:t>
            </a:r>
            <a:r>
              <a:rPr lang="en-US" sz="3600" dirty="0" err="1"/>
              <a:t>bikes,cars,EVS,showrooms</a:t>
            </a:r>
            <a:r>
              <a:rPr lang="en-US" sz="3600" dirty="0"/>
              <a:t>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059441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118</TotalTime>
  <Words>303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Century Gothic</vt:lpstr>
      <vt:lpstr>Wingdings 3</vt:lpstr>
      <vt:lpstr>Wisp</vt:lpstr>
      <vt:lpstr>PowerPoint Presentation</vt:lpstr>
      <vt:lpstr>TEAM MEMBERS</vt:lpstr>
      <vt:lpstr> Project is the create a chatboard in VAHAN BAZZAR</vt:lpstr>
      <vt:lpstr>What is chatboard and uses of chatboard</vt:lpstr>
      <vt:lpstr>Where will people use it</vt:lpstr>
      <vt:lpstr>Technologies </vt:lpstr>
      <vt:lpstr>Smart Features</vt:lpstr>
      <vt:lpstr>Key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Snehalatha Reddy Jakkireddy</dc:creator>
  <cp:lastModifiedBy>Snehalatha Reddy Jakkireddy</cp:lastModifiedBy>
  <cp:revision>2</cp:revision>
  <dcterms:created xsi:type="dcterms:W3CDTF">2025-09-26T03:08:52Z</dcterms:created>
  <dcterms:modified xsi:type="dcterms:W3CDTF">2025-09-27T14:15:11Z</dcterms:modified>
</cp:coreProperties>
</file>